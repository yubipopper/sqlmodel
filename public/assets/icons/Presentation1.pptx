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621"/>
  </p:normalViewPr>
  <p:slideViewPr>
    <p:cSldViewPr snapToGrid="0">
      <p:cViewPr>
        <p:scale>
          <a:sx n="352" d="100"/>
          <a:sy n="352" d="100"/>
        </p:scale>
        <p:origin x="-3104" y="-4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3D9D5-EE9E-73D8-A2C8-B9B7C3BD0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A3F13C-A1BC-E4C3-FE76-984CC420A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E221B-176E-6210-3412-F79DBF27E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1DCA5-53FB-FA4A-AE81-9B24B671CF5D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25407-2433-CA16-875A-EB1520D9D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B01EF-D2ED-4AEB-8676-50B1F207B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F187-2B3F-2743-939A-5EB3BAF81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07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298DB-9124-1053-BBE9-BDBD96667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8ED85-289A-97DF-ECD8-8E2424392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FECD5-9A96-111E-D2C9-A7C0C8FFF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1DCA5-53FB-FA4A-AE81-9B24B671CF5D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59973-D544-36FF-24BF-EBE36C87E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E32EE-89DA-739C-D7CC-98B8D70EE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F187-2B3F-2743-939A-5EB3BAF81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730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022A-6591-63AD-9801-744F22E45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C3A00-B220-AC2C-5D9D-98136E9F7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51C6D-1478-2222-14BC-AA9FEC89D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1DCA5-53FB-FA4A-AE81-9B24B671CF5D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37B39-0459-1D36-57D3-F333A6410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D44F6-4166-FAD6-B1E8-FA3BD1B6F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F187-2B3F-2743-939A-5EB3BAF81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01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413FD-8286-B407-D17D-8E8C0E8FC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A2604-78F4-891C-D111-47B49B5801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C07C49-E60F-6667-8741-621ED4E0A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C8139-D867-0F42-3384-474E8466D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1DCA5-53FB-FA4A-AE81-9B24B671CF5D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DEC9B-657D-6C41-6A5D-851626C58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0C699-4AB4-448D-0E54-3847948F7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F187-2B3F-2743-939A-5EB3BAF81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24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A77A8-055F-2E12-1E14-1D8DE27BE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8CD369-511E-6697-0E07-7742CBAA0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85DD82-B5F8-77AF-8BE4-359BAA2A2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37F80D-C2B2-ECB1-76BA-F6F240C490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0DB694-FCB0-F8F4-3CA6-D62CC8A488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604EC4-628B-E529-5A7A-396229C98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1DCA5-53FB-FA4A-AE81-9B24B671CF5D}" type="datetimeFigureOut">
              <a:rPr lang="en-US" smtClean="0"/>
              <a:t>2/7/26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EB1268-DA81-0676-336F-A26257558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85B4EB-00FF-FD76-8A95-47C531456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F187-2B3F-2743-939A-5EB3BAF81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36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289FB-3368-2405-236D-671765611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AFB062-ECBD-302F-0B04-7386D5A60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1DCA5-53FB-FA4A-AE81-9B24B671CF5D}" type="datetimeFigureOut">
              <a:rPr lang="en-US" smtClean="0"/>
              <a:t>2/7/26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B16C89-B8A0-A430-9193-795320A5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EB8559-8BA9-FEC2-E188-DAB45ADF0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F187-2B3F-2743-939A-5EB3BAF81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37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920ECF-E4FA-6F6C-B3D8-B1653E402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1DCA5-53FB-FA4A-AE81-9B24B671CF5D}" type="datetimeFigureOut">
              <a:rPr lang="en-US" smtClean="0"/>
              <a:t>2/7/26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E5CFD4-B0DE-5C64-3575-7FEDD5595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5976C-3C35-C010-1444-F911E864B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F187-2B3F-2743-939A-5EB3BAF81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95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C3CAA-B159-E35E-D183-DC36960B2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E1B66-6AC4-59B4-6A66-BB983C5E6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546008-B249-A8F1-36CB-DDE7E1C1A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60EB0-DE2A-1B2C-40C5-FDBF8A765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1DCA5-53FB-FA4A-AE81-9B24B671CF5D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E2A857-04E5-9F14-5770-9F809675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06EAC-34AC-FA5B-07EE-D0D1937B0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F187-2B3F-2743-939A-5EB3BAF81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993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A91EE-3127-9627-2DE2-3669F1221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235099-96E7-85FA-60DF-EA9F488038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A0C4F-3856-7485-007D-12D3E1FBD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31DD0D-46C4-14A3-56F4-BB48D19AE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1DCA5-53FB-FA4A-AE81-9B24B671CF5D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717D3-91D9-EF4A-D1B0-A444D7A88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B80AA-F80F-DA11-6E01-225259D5B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F187-2B3F-2743-939A-5EB3BAF81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460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6984A-9EC6-460B-0859-C48419598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D7971-2252-D346-27CF-4C5A3509F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36D7C-C65E-5844-A75B-B9F4620F0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1DCA5-53FB-FA4A-AE81-9B24B671CF5D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D49D8-3C36-60B0-9245-9B054238F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6DDDA-1A46-B350-65A6-67AF9920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F187-2B3F-2743-939A-5EB3BAF81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918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7EE243-647C-D953-20B8-C7D594B2ED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92401-4053-48C4-CC59-B2EB5BA31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27A61-EAD2-9B76-C1CC-B98305B54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1DCA5-53FB-FA4A-AE81-9B24B671CF5D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3FD9F-A099-F25C-D443-2CFFAB1AF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84E56-4B9F-992B-F496-54E7325E1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2F187-2B3F-2743-939A-5EB3BAF81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83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7ECA56-B23D-4553-55A2-13512ECBB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35ADE-B04F-17DB-5969-E480A1EAB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3FE06-D248-0D6E-1B6A-2AEB3B32F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C1DCA5-53FB-FA4A-AE81-9B24B671CF5D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5BEF2-D74B-FF6B-BCD8-CED31AD63E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79557-6B34-707F-BC8F-AF5794B1F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42F187-2B3F-2743-939A-5EB3BAF81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7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F0601-355A-4B29-8B0D-3D9FBE9694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27A6A5-9636-93A1-2341-7C1249C143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2D6693C-F1AE-0F1D-CD80-A3FEEC99A4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9356" t="-13922" r="-17144" b="-10785"/>
          <a:stretch>
            <a:fillRect/>
          </a:stretch>
        </p:blipFill>
        <p:spPr>
          <a:xfrm>
            <a:off x="2017060" y="-954741"/>
            <a:ext cx="8027894" cy="855232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186664C-1047-5439-4713-D0AC0CD58EFB}"/>
              </a:ext>
            </a:extLst>
          </p:cNvPr>
          <p:cNvSpPr/>
          <p:nvPr/>
        </p:nvSpPr>
        <p:spPr>
          <a:xfrm>
            <a:off x="255494" y="645459"/>
            <a:ext cx="2891118" cy="18825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3012025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nowflake Logo, symbol, meaning, history, PNG, brand">
            <a:extLst>
              <a:ext uri="{FF2B5EF4-FFF2-40B4-BE49-F238E27FC236}">
                <a16:creationId xmlns:a16="http://schemas.microsoft.com/office/drawing/2014/main" id="{594EBFDF-EA59-3C68-6A54-E2623B8DCE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54" t="1886" r="22721" b="1982"/>
          <a:stretch>
            <a:fillRect/>
          </a:stretch>
        </p:blipFill>
        <p:spPr>
          <a:xfrm>
            <a:off x="3993776" y="1325461"/>
            <a:ext cx="4222377" cy="4202884"/>
          </a:xfrm>
          <a:prstGeom prst="rect">
            <a:avLst/>
          </a:prstGeom>
        </p:spPr>
      </p:pic>
      <p:pic>
        <p:nvPicPr>
          <p:cNvPr id="5" name="Picture 4" descr="File:Snowflake Logo.svg - Wikimedia Commons">
            <a:extLst>
              <a:ext uri="{FF2B5EF4-FFF2-40B4-BE49-F238E27FC236}">
                <a16:creationId xmlns:a16="http://schemas.microsoft.com/office/drawing/2014/main" id="{5023AF6D-2AEA-B725-B2E0-2472B67095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6350"/>
          <a:stretch>
            <a:fillRect/>
          </a:stretch>
        </p:blipFill>
        <p:spPr>
          <a:xfrm>
            <a:off x="1588153" y="2140049"/>
            <a:ext cx="1838137" cy="1858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642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7185</TotalTime>
  <Words>1</Words>
  <Application>Microsoft Macintosh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Sean Preusse</dc:creator>
  <cp:lastModifiedBy>Sean Preusse</cp:lastModifiedBy>
  <cp:revision>1</cp:revision>
  <dcterms:created xsi:type="dcterms:W3CDTF">2026-02-07T11:04:42Z</dcterms:created>
  <dcterms:modified xsi:type="dcterms:W3CDTF">2026-02-12T10:50:12Z</dcterms:modified>
</cp:coreProperties>
</file>